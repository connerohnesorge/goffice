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/ppt/slides/slide1.xml"></Relationship>
  <Relationship Id="rId2" Type="http://schemas.openxmlformats.org/officeDocument/2006/relationships/slide" Target="/ppt/slides/slide2.xml"></Relationship>
  <Relationship Id="rId3" Type="http://schemas.openxmlformats.org/officeDocument/2006/relationships/slide" Target="/ppt/slides/slide3.xml"></Relationship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a:spPr>
          <a:xfrm>
            <a:off x="457200" y="457200"/>
            <a:ext cx="8229600" cy="914400"/>
          </a:xfrm>
          <a:prstGeom prst="rect">
            <a:avLst/>
          </a:prstGeom>
          <a:solidFill>
            <a:srgbClr val="2B579A"/>
          </a:solidFill>
        </a:spPr>
        <p:txBody>
          <a:bodyPr/>
          <a:p>
            <a:r>
              <a:t>Basic Shapes - DrawingML Rendering</a:t>
            </a:r>
          </a:p>
        </p:txBody>
      </p:sp>
      <p:sp>
        <p:nvSpPr>
          <p:cNvPr id="2" name="Shape 2"/>
          <p:cNvSpPr/>
          <p:nvPr/>
        </p:nvSpPr>
        <a:spPr>
          <a:xfrm>
            <a:off x="914400" y="1828800"/>
            <a:ext cx="2743200" cy="1371600"/>
          </a:xfrm>
          <a:prstGeom prst="rect">
            <a:avLst/>
          </a:prstGeom>
          <a:solidFill>
            <a:srgbClr val="4472C4"/>
          </a:solidFill>
        </a:spPr>
        <p:txBody>
          <a:bodyPr/>
          <a:p>
            <a:r>
              <a:t>Rectangle</a:t>
            </a:r>
          </a:p>
        </p:txBody>
      </p:sp>
      <p:sp>
        <p:nvSpPr>
          <p:cNvPr id="3" name="Shape 3"/>
          <p:cNvSpPr/>
          <p:nvPr/>
        </p:nvSpPr>
        <a:spPr>
          <a:xfrm>
            <a:off x="4572000" y="1828800"/>
            <a:ext cx="2743200" cy="1371600"/>
          </a:xfrm>
          <a:prstGeom prst="ellipse">
            <a:avLst/>
          </a:prstGeom>
          <a:solidFill>
            <a:srgbClr val="70AD47"/>
          </a:solidFill>
        </a:spPr>
        <p:txBody>
          <a:bodyPr/>
          <a:p>
            <a:r>
              <a:t>Ellipse</a:t>
            </a:r>
          </a:p>
        </p:txBody>
      </p:sp>
      <p:sp>
        <p:nvSpPr>
          <p:cNvPr id="4" name="Shape 4"/>
          <p:cNvSpPr/>
          <p:nvPr/>
        </p:nvSpPr>
        <a:spPr>
          <a:xfrm>
            <a:off x="2743200" y="3657600"/>
            <a:ext cx="2743200" cy="1371600"/>
          </a:xfrm>
          <a:prstGeom prst="triangle">
            <a:avLst/>
          </a:prstGeom>
          <a:solidFill>
            <a:srgbClr val="E74C3C"/>
          </a:solidFill>
        </a:spPr>
        <p:txBody>
          <a:bodyPr/>
          <a:p>
            <a:r>
              <a:t>Triangle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5" name="Shape 5"/>
          <p:cNvSpPr/>
          <p:nvPr/>
        </p:nvSpPr>
        <a:spPr>
          <a:xfrm>
            <a:off x="457200" y="457200"/>
            <a:ext cx="8229600" cy="914400"/>
          </a:xfrm>
          <a:prstGeom prst="rect">
            <a:avLst/>
          </a:prstGeom>
          <a:solidFill>
            <a:srgbClr val="2B579A"/>
          </a:solidFill>
        </a:spPr>
        <p:txBody>
          <a:bodyPr/>
          <a:p>
            <a:r>
              <a:t>Advanced Shapes - Diamonds and Lines</a:t>
            </a:r>
          </a:p>
        </p:txBody>
      </p:sp>
      <p:sp>
        <p:nvSpPr>
          <p:cNvPr id="6" name="Shape 6"/>
          <p:cNvSpPr/>
          <p:nvPr/>
        </p:nvSpPr>
        <a:spPr>
          <a:xfrm>
            <a:off x="914400" y="1828800"/>
            <a:ext cx="2286000" cy="2286000"/>
          </a:xfrm>
          <a:prstGeom prst="diamond">
            <a:avLst/>
          </a:prstGeom>
          <a:solidFill>
            <a:srgbClr val="9B59B6"/>
          </a:solidFill>
        </a:spPr>
        <p:txBody>
          <a:bodyPr/>
          <a:p>
            <a:r>
              <a:t>Diamond</a:t>
            </a:r>
          </a:p>
        </p:txBody>
      </p:sp>
      <p:sp>
        <p:nvSpPr>
          <p:cNvPr id="7" name="Shape 7"/>
          <p:cNvSpPr/>
          <p:nvPr/>
        </p:nvSpPr>
        <a:spPr>
          <a:xfrm>
            <a:off x="3657600" y="1828800"/>
            <a:ext cx="2286000" cy="2286000"/>
          </a:xfrm>
          <a:prstGeom prst="ellipse">
            <a:avLst/>
          </a:prstGeom>
          <a:solidFill>
            <a:srgbClr val="E67E22"/>
          </a:solidFill>
        </a:spPr>
        <p:txBody>
          <a:bodyPr/>
          <a:p>
            <a:r>
              <a:t>Circle</a:t>
            </a:r>
          </a:p>
        </p:txBody>
      </p:sp>
      <p:sp>
        <p:nvSpPr>
          <p:cNvPr id="8" name="Shape 8"/>
          <p:cNvSpPr/>
          <p:nvPr/>
        </p:nvSpPr>
        <a:spPr>
          <a:xfrm>
            <a:off x="6400800" y="1828800"/>
            <a:ext cx="2286000" cy="100000"/>
          </a:xfrm>
          <a:prstGeom prst="line">
            <a:avLst/>
          </a:prstGeom>
          <a:solidFill>
            <a:srgbClr val="F39C12"/>
          </a:solidFill>
        </a:spPr>
        <p:txBody>
          <a:bodyPr/>
          <a:p>
            <a:r>
              <a:t>Line</a:t>
            </a:r>
          </a:p>
        </p:txBody>
      </p:sp>
      <p:sp>
        <p:nvSpPr>
          <p:cNvPr id="9" name="Shape 9"/>
          <p:cNvSpPr/>
          <p:nvPr/>
        </p:nvSpPr>
        <a:spPr>
          <a:xfrm>
            <a:off x="2286000" y="4571000"/>
            <a:ext cx="4572000" cy="1371600"/>
          </a:xfrm>
          <a:prstGeom prst="roundRect">
            <a:avLst/>
          </a:prstGeom>
          <a:solidFill>
            <a:srgbClr val="1ABC9C"/>
          </a:solidFill>
        </a:spPr>
        <p:txBody>
          <a:bodyPr/>
          <a:p>
            <a:r>
              <a:t>Rounded Rect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0" name="Shape 10"/>
          <p:cNvSpPr/>
          <p:nvPr/>
        </p:nvSpPr>
        <a:spPr>
          <a:xfrm>
            <a:off x="457200" y="457200"/>
            <a:ext cx="8229600" cy="914400"/>
          </a:xfrm>
          <a:prstGeom prst="rect">
            <a:avLst/>
          </a:prstGeom>
          <a:solidFill>
            <a:srgbClr val="2B579A"/>
          </a:solidFill>
        </a:spPr>
        <p:txBody>
          <a:bodyPr/>
          <a:p>
            <a:r>
              <a:t>Shapes with Text Content</a:t>
            </a:r>
          </a:p>
        </p:txBody>
      </p:sp>
      <p:sp>
        <p:nvSpPr>
          <p:cNvPr id="11" name="Shape 11"/>
          <p:cNvSpPr/>
          <p:nvPr/>
        </p:nvSpPr>
        <a:spPr>
          <a:xfrm>
            <a:off x="914400" y="1828800"/>
            <a:ext cx="3657600" cy="1828800"/>
          </a:xfrm>
          <a:prstGeom prst="rect">
            <a:avLst/>
          </a:prstGeom>
          <a:solidFill>
            <a:srgbClr val="ECF0F1"/>
          </a:solidFill>
        </a:spPr>
        <p:txBody>
          <a:bodyPr/>
          <a:p>
            <a:r>
              <a:t>Important Information
This is a text box with multiple lines.</a:t>
            </a:r>
          </a:p>
        </p:txBody>
      </p:sp>
      <p:sp>
        <p:nvSpPr>
          <p:cNvPr id="12" name="Shape 12"/>
          <p:cNvSpPr/>
          <p:nvPr/>
        </p:nvSpPr>
        <a:spPr>
          <a:xfrm>
            <a:off x="5029200" y="1828800"/>
            <a:ext cx="3657600" cy="1828800"/>
          </a:xfrm>
          <a:prstGeom prst="roundRect">
            <a:avLst/>
          </a:prstGeom>
          <a:solidFill>
            <a:srgbClr val="D5DBDB"/>
          </a:solidFill>
        </a:spPr>
        <p:txBody>
          <a:bodyPr/>
          <a:p>
            <a:r>
              <a:t>Key Takeaways:
• Point 1
• Point 2
• Point 3</a:t>
            </a:r>
          </a:p>
        </p:txBody>
      </p:sp>
      <p:sp>
        <p:nvSpPr>
          <p:cNvPr id="13" name="Shape 13"/>
          <p:cNvSpPr/>
          <p:nvPr/>
        </p:nvSpPr>
        <a:spPr>
          <a:xfrm>
            <a:off x="2286000" y="4114200"/>
            <a:ext cx="5486400" cy="1371600"/>
          </a:xfrm>
          <a:prstGeom prst="rect">
            <a:avLst/>
          </a:prstGeom>
          <a:solidFill>
            <a:srgbClr val="FFEB3B"/>
          </a:solidFill>
        </a:spPr>
        <p:txBody>
          <a:bodyPr/>
          <a:p>
            <a:r>
              <a:t>Note: DrawingML shapes render with high fidelity in PDF!</a:t>
            </a:r>
          </a:p>
        </p:txBody>
      </p:sp>
    </p:spTree>
  </p:cSld>
</p:sld>
</file>