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2.xml" ContentType="application/vnd.openxmlformats-officedocument.drawingml.chart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256" r:id="rId1"/>
    <p:sldId xmlns:r="http://schemas.openxmlformats.org/officeDocument/2006/relationships" id="257" r:id="rId2"/>
    <p:sldId xmlns:r="http://schemas.openxmlformats.org/officeDocument/2006/relationships" id="258" r:id="rId3"/>
    <p:sldId xmlns:r="http://schemas.openxmlformats.org/officeDocument/2006/relationships" id="259" r:id="rId4"/>
    <p:sldId xmlns:r="http://schemas.openxmlformats.org/officeDocument/2006/relationships" id="260" r:id="rId5"/>
    <p:sldId xmlns:r="http://schemas.openxmlformats.org/officeDocument/2006/relationships" id="261" r:id="rId6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1.xml"></Relationship>
  <Relationship Id="rId2" Type="http://schemas.openxmlformats.org/officeDocument/2006/relationships/slide" Target="/ppt/slides/slide2.xml"></Relationship>
  <Relationship Id="rId3" Type="http://schemas.openxmlformats.org/officeDocument/2006/relationships/slide" Target="/ppt/slides/slide3.xml"></Relationship>
  <Relationship Id="rId4" Type="http://schemas.openxmlformats.org/officeDocument/2006/relationships/slide" Target="/ppt/slides/slide4.xml"></Relationship>
  <Relationship Id="rId5" Type="http://schemas.openxmlformats.org/officeDocument/2006/relationships/slide" Target="/ppt/slides/slide5.xml"></Relationship>
  <Relationship Id="rId6" Type="http://schemas.openxmlformats.org/officeDocument/2006/relationships/slide" Target="/ppt/slides/slide6.xml"></Relationship>
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Quarterly Sales by Region</a:t>
            </a:r>
          </a:p>
        </c:rich>
      </c:tx>
    </c:title>
    <c:plotArea>
      <c:barChart>
        <c:barDir val="col"/>
        <c:grouping val="clustered"/>
        <c:varyColors val="0"/>
        <c:ser>
          <c:idx val="0"/>
          <c:order val="0"/>
          <c:tx>
            <c:v>North</c:v>
          </c:tx>
          <c:cat>
            <c:strRef>
              <c:f>Sheet1!$A$2:$A$5</c:f>
            </c:strRef>
          </c:cat>
          <c:val>
            <c:numRef>
              <c:f>Sheet1!$B$2:$B$5</c:f>
            </c:numRef>
          </c:val>
        </c:ser>
        <c:ser>
          <c:idx val="1"/>
          <c:order val="1"/>
          <c:tx>
            <c:v>South</c:v>
          </c:tx>
          <c:cat>
            <c:strRef>
              <c:f>Sheet1!$A$2:$A$5</c:f>
            </c:strRef>
          </c:cat>
          <c:val>
            <c:numRef>
              <c:f>Sheet1!$C$2:$C$5</c:f>
            </c:numRef>
          </c:val>
        </c:ser>
        <c:ser>
          <c:idx val="2"/>
          <c:order val="2"/>
          <c:tx>
            <c:v>East</c:v>
          </c:tx>
          <c:cat>
            <c:strRef>
              <c:f>Sheet1!$A$2:$A$5</c:f>
            </c:strRef>
          </c:cat>
          <c:val>
            <c:numRef>
              <c:f>Sheet1!$D$2:$D$5</c:f>
            </c:numRef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</c:legend>
  </c:chart>
</c:chartSpace>
</file>

<file path=ppt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Average Temperature by City (2024)</a:t>
            </a:r>
          </a:p>
        </c:rich>
      </c:tx>
    </c:title>
    <c:plotArea>
      <c:lineChart>
        <c:grouping val="standard"/>
        <c:varyColors val="0"/>
        <c:ser>
          <c:idx val="0"/>
          <c:order val="0"/>
          <c:tx>
            <c:v>New York</c:v>
          </c:tx>
          <c:cat>
            <c:strRef>
              <c:f>Sheet1!$A$2:$A$13</c:f>
            </c:strRef>
          </c:cat>
          <c:val>
            <c:numRef>
              <c:f>Sheet1!$B$2:$B$13</c:f>
            </c:numRef>
          </c:val>
        </c:ser>
        <c:ser>
          <c:idx val="1"/>
          <c:order val="1"/>
          <c:tx>
            <c:v>Los Angeles</c:v>
          </c:tx>
          <c:cat>
            <c:strRef>
              <c:f>Sheet1!$A$2:$A$13</c:f>
            </c:strRef>
          </c:cat>
          <c:val>
            <c:numRef>
              <c:f>Sheet1!$C$2:$C$13</c:f>
            </c:numRef>
          </c:val>
        </c:ser>
        <c:ser>
          <c:idx val="2"/>
          <c:order val="2"/>
          <c:tx>
            <c:v>Chicago</c:v>
          </c:tx>
          <c:cat>
            <c:strRef>
              <c:f>Sheet1!$A$2:$A$13</c:f>
            </c:strRef>
          </c:cat>
          <c:val>
            <c:numRef>
              <c:f>Sheet1!$D$2:$D$13</c:f>
            </c:numRef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Market Share by Company</a:t>
            </a:r>
          </a:p>
        </c:rich>
      </c:tx>
    </c:title>
    <c:plotArea>
      <c:pieChart>
        <c:varyColors val="1"/>
        <c:ser>
          <c:idx val="0"/>
          <c:order val="0"/>
          <c:cat>
            <c:strRef>
              <c:f>Sheet1!$A$2:$A$6</c:f>
            </c:strRef>
          </c:cat>
          <c:val>
            <c:numRef>
              <c:f>Sheet1!$B$2:$B$6</c:f>
            </c:numRef>
          </c:val>
        </c:ser>
      </c:pieChart>
    </c:plotArea>
    <c:legend>
      <c:legendPos val="r"/>
    </c:legend>
  </c:chart>
</c:chartSpace>
</file>

<file path=ppt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Revenue Growth by Product Line</a:t>
            </a:r>
          </a:p>
        </c:rich>
      </c:tx>
    </c:title>
    <c:plotArea>
      <c:areaChart>
        <c:grouping val="stacked"/>
        <c:varyColors val="0"/>
        <c:ser>
          <c:idx val="0"/>
          <c:order val="0"/>
          <c:cat>
            <c:strRef>
              <c:f>Sheet1!$A$2:$A$7</c:f>
            </c:strRef>
          </c:cat>
          <c:val>
            <c:numRef>
              <c:f>Sheet1!$B$2:$B$7</c:f>
            </c:numRef>
          </c:val>
        </c:ser>
        <c:ser>
          <c:idx val="1"/>
          <c:order val="1"/>
          <c:cat>
            <c:strRef>
              <c:f>Sheet1!$A$2:$A$7</c:f>
            </c:strRef>
          </c:cat>
          <c:val>
            <c:numRef>
              <c:f>Sheet1!$C$2:$C$7</c:f>
            </c:numRef>
          </c:val>
        </c:ser>
        <c:ser>
          <c:idx val="2"/>
          <c:order val="2"/>
          <c:cat>
            <c:strRef>
              <c:f>Sheet1!$A$2:$A$7</c:f>
            </c:strRef>
          </c:cat>
          <c:val>
            <c:numRef>
              <c:f>Sheet1!$D$2:$D$7</c:f>
            </c:numRef>
          </c:val>
        </c:ser>
        <c:axId val="1"/>
        <c:axId val="2"/>
      </c:area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t"/>
    </c:legend>
  </c:chart>
</c:chartSpace>
</file>

<file path=ppt/charts/chart5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Product Demand vs Price Point</a:t>
            </a:r>
          </a:p>
        </c:rich>
      </c:tx>
    </c:title>
    <c:plotArea>
      <c:scatterChart>
        <c:scatterStyle val="lineMarker"/>
        <c:varyColors val="0"/>
        <c:ser>
          <c:idx val="0"/>
          <c:order val="0"/>
          <c:xVal>
            <c:numRef>
              <c:f>Sheet1!$A$2:$A$11</c:f>
            </c:numRef>
          </c:xVal>
          <c:yVal>
            <c:numRef>
              <c:f>Sheet1!$B$2:$B$11</c:f>
            </c:numRef>
          </c:yVal>
        </c:ser>
        <c:ser>
          <c:idx val="1"/>
          <c:order val="1"/>
          <c:xVal>
            <c:numRef>
              <c:f>Sheet1!$A$2:$A$11</c:f>
            </c:numRef>
          </c:xVal>
          <c:yVal>
            <c:numRef>
              <c:f>Sheet1!$C$2:$C$11</c:f>
            </c:numRef>
          </c:yVal>
        </c:ser>
        <c:axId val="1"/>
        <c:axId val="2"/>
      </c:scatterChart>
      <c:valAx>
        <c:axId val="1"/>
        <c:scaling>
          <c:orientation val="minMax"/>
        </c:scaling>
        <c:axPos val="b"/>
        <c:crossAx val="2"/>
      </c:val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6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Department Budget Distribution</a:t>
            </a:r>
          </a:p>
        </c:rich>
      </c:tx>
    </c:title>
    <c:plotArea>
      <c:doughnutChart>
        <c:varyColors val="1"/>
        <c:holeSize val="50"/>
        <c:ser>
          <c:idx val="0"/>
          <c:order val="0"/>
          <c:cat>
            <c:strRef>
              <c:f>Sheet1!$A$2:$A$7</c:f>
            </c:strRef>
          </c:cat>
          <c:val>
            <c:numRef>
              <c:f>Sheet1!$B$2:$B$7</c:f>
            </c:numRef>
          </c:val>
        </c:ser>
      </c:doughnutChart>
    </c:plotArea>
    <c:legend>
      <c:legendPos val="r"/>
    </c:legend>
  </c:chart>
</c:chartSpace>
</file>

<file path=ppt/slides/_rels/slide1.xml.rels><?xml version="1.0" encoding="UTF-8"?>
<Relationships xmlns="http://schemas.openxmlformats.org/package/2006/relationships">
  <Relationship Id="rId1" Type="http://schemas.openxmlformats.org/officeDocument/2006/relationships/chart" Target="/ppt/charts/chart1.xml"></Relationship>
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chart" Target="/ppt/charts/chart2.xml"></Relationship>
</Relationships>
</file>

<file path=ppt/slides/_rels/slide3.xml.rels><?xml version="1.0" encoding="UTF-8"?>
<Relationships xmlns="http://schemas.openxmlformats.org/package/2006/relationships">
  <Relationship Id="rId1" Type="http://schemas.openxmlformats.org/officeDocument/2006/relationships/chart" Target="/ppt/charts/chart3.xml"></Relationship>
</Relationships>
</file>

<file path=ppt/slides/_rels/slide4.xml.rels><?xml version="1.0" encoding="UTF-8"?>
<Relationships xmlns="http://schemas.openxmlformats.org/package/2006/relationships">
  <Relationship Id="rId1" Type="http://schemas.openxmlformats.org/officeDocument/2006/relationships/chart" Target="/ppt/charts/chart4.xml"></Relationship>
</Relationships>
</file>

<file path=ppt/slides/_rels/slide5.xml.rels><?xml version="1.0" encoding="UTF-8"?>
<Relationships xmlns="http://schemas.openxmlformats.org/package/2006/relationships">
  <Relationship Id="rId1" Type="http://schemas.openxmlformats.org/officeDocument/2006/relationships/chart" Target="/ppt/charts/chart5.xml"></Relationship>
</Relationships>
</file>

<file path=ppt/slides/_rels/slide6.xml.rels><?xml version="1.0" encoding="UTF-8"?>
<Relationships xmlns="http://schemas.openxmlformats.org/package/2006/relationships">
  <Relationship Id="rId1" Type="http://schemas.openxmlformats.org/officeDocument/2006/relationships/chart" Target="/ppt/charts/chart6.xml"></Relationship>
</Relationships>
</file>

<file path=ppt/slides/slide1.xml><?xml version="1.0" encoding="UTF-8" standalone="yes"?>
<p:sld xmlns:p="http://schemas.openxmlformats.org/presentationml/2006/main"><p:cSld><p:spTree><p:nvGrpSpPr><p:cNvPr id="1" name=""/><p:cNvGrpSpPr/><p:nvPr/></p:nvGrpSpPr><p:grpSpPr/><p:sp><p:nvSpPr><p:cNvPr id="1" name="Shape 1"/><p:cNvSpPr/><p:nvPr/></p:nvSpPr><a:spPr><a:xfrm><a:off x="914400" y="365125"/><a:ext cx="7315200" cy="914400"/></a:xfrm></a:spPr><a:txBody><a:bodyPr/></a:txBody><a:txBody><a:bodyPr/><a:p><a:r><a:t/></a:r><a:r><a:rPr sz="2800"/><a:t/></a:r></a:p></a:txBody></p:sp><p:graphicFrame><p:nvGraphicFramePr><p:cNvPr id="1" name="Graphic Frame"/><p:cNvGraphicFramePr/><p:nvPr/></p:nvGraphicFramePr><p:xfrm><a:off x="1524000" y="1828800"/><a:ext cx="6096000" cy="4572000"/></p:xfrm><a:graphic><a:graphicData uri="http://schemas.openxmlformats.org/drawingml/2006/chart"><c:chart xmlns:r="http://schemas.openxmlformats.org/officeDocument/2006/relationships" r:id="rId1"/></a:graphicData></a:graphic></p:graphicFrame></p:spTree></p:cSld></p:sld>
</file>

<file path=ppt/slides/slide2.xml><?xml version="1.0" encoding="UTF-8" standalone="yes"?>
<p:sld xmlns:p="http://schemas.openxmlformats.org/presentationml/2006/main"><p:cSld><p:spTree><p:nvGrpSpPr><p:cNvPr id="1" name=""/><p:cNvGrpSpPr/><p:nvPr/></p:nvGrpSpPr><p:grpSpPr/><p:sp><p:nvSpPr><p:cNvPr id="2" name="Shape 2"/><p:cNvSpPr/><p:nvPr/></p:nvSpPr><a:spPr><a:xfrm><a:off x="914400" y="365125"/><a:ext cx="7315200" cy="914400"/></a:xfrm></a:spPr><a:txBody><a:bodyPr/></a:txBody><a:txBody><a:bodyPr/><a:p><a:r><a:t/></a:r><a:r><a:rPr sz="2800"/><a:t/></a:r></a:p></a:txBody></p:sp><p:graphicFrame><p:nvGraphicFramePr><p:cNvPr id="1" name="Graphic Frame"/><p:cNvGraphicFramePr/><p:nvPr/></p:nvGraphicFramePr><p:xfrm><a:off x="1524000" y="1828800"/><a:ext cx="6096000" cy="4572000"/></p:xfrm><a:graphic><a:graphicData uri="http://schemas.openxmlformats.org/drawingml/2006/chart"><c:chart xmlns:r="http://schemas.openxmlformats.org/officeDocument/2006/relationships" r:id="rId1"/></a:graphicData></a:graphic></p:graphicFrame></p:spTree></p:cSld></p:sld>
</file>

<file path=ppt/slides/slide3.xml><?xml version="1.0" encoding="UTF-8" standalone="yes"?>
<p:sld xmlns:p="http://schemas.openxmlformats.org/presentationml/2006/main"><p:cSld><p:spTree><p:nvGrpSpPr><p:cNvPr id="1" name=""/><p:cNvGrpSpPr/><p:nvPr/></p:nvGrpSpPr><p:grpSpPr/><p:sp><p:nvSpPr><p:cNvPr id="3" name="Shape 3"/><p:cNvSpPr/><p:nvPr/></p:nvSpPr><a:spPr><a:xfrm><a:off x="914400" y="365125"/><a:ext cx="7315200" cy="914400"/></a:xfrm></a:spPr><a:txBody><a:bodyPr/></a:txBody><a:txBody><a:bodyPr/><a:p><a:r><a:t/></a:r><a:r><a:rPr sz="2800"/><a:t/></a:r></a:p></a:txBody></p:sp><p:graphicFrame><p:nvGraphicFramePr><p:cNvPr id="1" name="Graphic Frame"/><p:cNvGraphicFramePr/><p:nvPr/></p:nvGraphicFramePr><p:xfrm><a:off x="1524000" y="1828800"/><a:ext cx="6096000" cy="4572000"/></p:xfrm><a:graphic><a:graphicData uri="http://schemas.openxmlformats.org/drawingml/2006/chart"><c:chart xmlns:r="http://schemas.openxmlformats.org/officeDocument/2006/relationships" r:id="rId1"/></a:graphicData></a:graphic></p:graphicFrame></p:spTree></p:cSld></p:sld>
</file>

<file path=ppt/slides/slide4.xml><?xml version="1.0" encoding="UTF-8" standalone="yes"?>
<p:sld xmlns:p="http://schemas.openxmlformats.org/presentationml/2006/main"><p:cSld><p:spTree><p:nvGrpSpPr><p:cNvPr id="1" name=""/><p:cNvGrpSpPr/><p:nvPr/></p:nvGrpSpPr><p:grpSpPr/><p:sp><p:nvSpPr><p:cNvPr id="4" name="Shape 4"/><p:cNvSpPr/><p:nvPr/></p:nvSpPr><a:spPr><a:xfrm><a:off x="914400" y="365125"/><a:ext cx="7315200" cy="914400"/></a:xfrm></a:spPr><a:txBody><a:bodyPr/></a:txBody><a:txBody><a:bodyPr/><a:p><a:r><a:t/></a:r><a:r><a:rPr sz="2800"/><a:t/></a:r></a:p></a:txBody></p:sp><p:graphicFrame><p:nvGraphicFramePr><p:cNvPr id="1" name="Graphic Frame"/><p:cNvGraphicFramePr/><p:nvPr/></p:nvGraphicFramePr><p:xfrm><a:off x="1524000" y="1828800"/><a:ext cx="6096000" cy="4572000"/></p:xfrm><a:graphic><a:graphicData uri="http://schemas.openxmlformats.org/drawingml/2006/chart"><c:chart xmlns:r="http://schemas.openxmlformats.org/officeDocument/2006/relationships" r:id="rId1"/></a:graphicData></a:graphic></p:graphicFrame></p:spTree></p:cSld></p:sld>
</file>

<file path=ppt/slides/slide5.xml><?xml version="1.0" encoding="UTF-8" standalone="yes"?>
<p:sld xmlns:p="http://schemas.openxmlformats.org/presentationml/2006/main"><p:cSld><p:spTree><p:nvGrpSpPr><p:cNvPr id="1" name=""/><p:cNvGrpSpPr/><p:nvPr/></p:nvGrpSpPr><p:grpSpPr/><p:sp><p:nvSpPr><p:cNvPr id="5" name="Shape 5"/><p:cNvSpPr/><p:nvPr/></p:nvSpPr><a:spPr><a:xfrm><a:off x="914400" y="365125"/><a:ext cx="7315200" cy="914400"/></a:xfrm></a:spPr><a:txBody><a:bodyPr/></a:txBody><a:txBody><a:bodyPr/><a:p><a:r><a:t/></a:r><a:r><a:rPr sz="2800"/><a:t/></a:r></a:p></a:txBody></p:sp><p:graphicFrame><p:nvGraphicFramePr><p:cNvPr id="1" name="Graphic Frame"/><p:cNvGraphicFramePr/><p:nvPr/></p:nvGraphicFramePr><p:xfrm><a:off x="1524000" y="1828800"/><a:ext cx="6096000" cy="4572000"/></p:xfrm><a:graphic><a:graphicData uri="http://schemas.openxmlformats.org/drawingml/2006/chart"><c:chart xmlns:r="http://schemas.openxmlformats.org/officeDocument/2006/relationships" r:id="rId1"/></a:graphicData></a:graphic></p:graphicFrame></p:spTree></p:cSld></p:sld>
</file>

<file path=ppt/slides/slide6.xml><?xml version="1.0" encoding="UTF-8" standalone="yes"?>
<p:sld xmlns:p="http://schemas.openxmlformats.org/presentationml/2006/main"><p:cSld><p:spTree><p:nvGrpSpPr><p:cNvPr id="1" name=""/><p:cNvGrpSpPr/><p:nvPr/></p:nvGrpSpPr><p:grpSpPr/><p:sp><p:nvSpPr><p:cNvPr id="6" name="Shape 6"/><p:cNvSpPr/><p:nvPr/></p:nvSpPr><a:spPr><a:xfrm><a:off x="914400" y="365125"/><a:ext cx="7315200" cy="914400"/></a:xfrm></a:spPr><a:txBody><a:bodyPr/></a:txBody><a:txBody><a:bodyPr/><a:p><a:r><a:t/></a:r><a:r><a:rPr sz="2800"/><a:t/></a:r></a:p></a:txBody></p:sp><p:graphicFrame><p:nvGraphicFramePr><p:cNvPr id="1" name="Graphic Frame"/><p:cNvGraphicFramePr/><p:nvPr/></p:nvGraphicFramePr><p:xfrm><a:off x="1524000" y="1828800"/><a:ext cx="6096000" cy="4572000"/></p:xfrm><a:graphic><a:graphicData uri="http://schemas.openxmlformats.org/drawingml/2006/chart"><c:chart xmlns:r="http://schemas.openxmlformats.org/officeDocument/2006/relationships" r:id="rId1"/></a:graphicData></a:graphic></p:graphicFrame></p:spTree></p:cSld></p:sld>
</file>