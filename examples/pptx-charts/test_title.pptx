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/ppt/slides/slide1.xml"></Relationship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a:spPr>
          <a:xfrm>
            <a:off x="100000" y="100000"/>
            <a:ext cx="5000000" cy="500000"/>
          </a:xfrm>
        </a:spPr>
        <a:txBody>
          <a:bodyPr/>
        </a:txBody>
        <a:txBody>
          <a:bodyPr/>
          <a:p>
            <a:r>
              <a:rPr sz="2800"/>
              <a:t>TEST TITLE</a:t>
            </a:r>
          </a:p>
        </a:txBody>
      </p:sp>
    </p:spTree>
  </p:cSld>
</p:sld>
</file>