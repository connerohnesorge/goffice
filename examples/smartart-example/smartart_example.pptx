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diagrams/data2.xml" ContentType="application/vnd.openxmlformats-officedocument.drawingml.diagramData+xml"/>
  <Override PartName="/ppt/diagrams/colors3.xml" ContentType="application/vnd.openxmlformats-officedocument.drawingml.diagramColors+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colors4.xml" ContentType="application/vnd.openxmlformats-officedocument.drawingml.diagramColors+xml"/>
  <Override PartName="/ppt/slides/slide2.xml" ContentType="application/vnd.openxmlformats-officedocument.presentationml.slide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diagrams/quickStyle4.xml" ContentType="application/vnd.openxmlformats-officedocument.drawingml.diagramStyle+xml"/>
  <Override PartName="/ppt/diagrams/colors1.xml" ContentType="application/vnd.openxmlformats-officedocument.drawingml.diagramColors+xml"/>
  <Override PartName="/ppt/diagrams/layout2.xml" ContentType="application/vnd.openxmlformats-officedocument.drawingml.diagramLayout+xml"/>
  <Override PartName="/ppt/diagrams/quickStyle3.xml" ContentType="application/vnd.openxmlformats-officedocument.drawingml.diagram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theme/theme1.xml" ContentType="application/vnd.openxmlformats-officedocument.theme+xml"/>
  <Override PartName="/ppt/diagrams/data1.xml" ContentType="application/vnd.openxmlformats-officedocument.drawingml.diagramData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/ppt/presentation.xml"></Relationship>
</Relationships>
</file>

<file path=ppt/presentation.xml><?xml version="1.0" encoding="utf-8"?>
<p:presentation xmlns:p="http://schemas.openxmlformats.org/presentationml/2006/main">
  <p:sldMasterIdLst/>
  <p:sldIdLst>
    <p:sldId xmlns:r="http://schemas.openxmlformats.org/officeDocument/2006/relationships" id="256" r:id="rId2"/>
    <p:sldId xmlns:r="http://schemas.openxmlformats.org/officeDocument/2006/relationships" id="257" r:id="rId3"/>
    <p:sldId xmlns:r="http://schemas.openxmlformats.org/officeDocument/2006/relationships" id="258" r:id="rId4"/>
    <p:sldId xmlns:r="http://schemas.openxmlformats.org/officeDocument/2006/relationships" id="259" r:id="rId5"/>
  </p:sldIdLst>
  <p:sldSz cx="9144000" cy="6858000" type="screen4x3"/>
  <p:notesSz cx="6858000" cy="9144000"/>
</p:presentation>
</file>

<file path=ppt/_rels/presentation.xml.rels><?xml version="1.0" encoding="UTF-8"?>
<Relationships xmlns="http://schemas.openxmlformats.org/package/2006/relationships">
  <Relationship Id="rId2" Type="http://schemas.openxmlformats.org/officeDocument/2006/relationships/slide" Target="/ppt/slides/slide1.xml"></Relationship>
  <Relationship Id="rId3" Type="http://schemas.openxmlformats.org/officeDocument/2006/relationships/slide" Target="/ppt/slides/slide2.xml"></Relationship>
  <Relationship Id="rId4" Type="http://schemas.openxmlformats.org/officeDocument/2006/relationships/slide" Target="/ppt/slides/slide3.xml"></Relationship>
  <Relationship Id="rId5" Type="http://schemas.openxmlformats.org/officeDocument/2006/relationships/slide" Target="/ppt/slides/slide4.xml"></Relationship>
  <Relationship Id="rId1" Type="http://schemas.openxmlformats.org/officeDocument/2006/relationships/theme" Target="/ppt/theme/theme1.xml"></Relationship>
</Relationships>
</file>

<file path=ppt/diagrams/colors1.xml><?xml version="1.0" encoding="utf-8"?>
<dgm:colorsDef xmlns:dgm="http://schemas.openxmlformats.org/drawingml/2006/diagram"/>
</file>

<file path=ppt/diagrams/colors2.xml><?xml version="1.0" encoding="utf-8"?>
<dgm:colorsDef xmlns:dgm="http://schemas.openxmlformats.org/drawingml/2006/diagram"/>
</file>

<file path=ppt/diagrams/colors3.xml><?xml version="1.0" encoding="utf-8"?>
<dgm:colorsDef xmlns:dgm="http://schemas.openxmlformats.org/drawingml/2006/diagram"/>
</file>

<file path=ppt/diagrams/colors4.xml><?xml version="1.0" encoding="utf-8"?>
<dgm:colorsDef xmlns:dgm="http://schemas.openxmlformats.org/drawingml/2006/diagram"/>
</file>

<file path=ppt/diagrams/data1.xml><?xml version="1.0" encoding="utf-8"?>
<dgm:dataModel xmlns:dgm="http://schemas.openxmlformats.org/drawingml/2006/diagram">
  <dgm:ptLst>
    <dgm:pt modelId="root" type="node"/>
    <dgm:pt modelId="item1" type="node"/>
  </dgm:ptLst>
  <dgm:cxnLst>
    <dgm:cxn modelId="conn1" type="parOf" srcId="root" destId="item1"/>
  </dgm:cxnLst>
</dgm:dataModel>
</file>

<file path=ppt/diagrams/data2.xml><?xml version="1.0" encoding="utf-8"?>
<dgm:dataModel xmlns:dgm="http://schemas.openxmlformats.org/drawingml/2006/diagram">
  <dgm:ptLst>
    <dgm:pt modelId="CEO" type="node"/>
    <dgm:pt modelId="VP Engineering" type="node"/>
    <dgm:pt modelId="Executive Assistant" type="asst"/>
  </dgm:ptLst>
  <dgm:cxnLst>
    <dgm:cxn modelId="conn1" type="parOf" srcId="CEO" destId="VP Engineering"/>
    <dgm:cxn modelId="conn2" type="parOf" srcId="CEO" destId="Executive Assistant"/>
  </dgm:cxnLst>
</dgm:dataModel>
</file>

<file path=ppt/diagrams/data3.xml><?xml version="1.0" encoding="utf-8"?>
<dgm:dataModel xmlns:dgm="http://schemas.openxmlformats.org/drawingml/2006/diagram">
  <dgm:ptLst>
    <dgm:pt modelId="Start" type="node"/>
    <dgm:pt modelId="Planning" type="node"/>
    <dgm:pt modelId="Execution" type="node"/>
  </dgm:ptLst>
  <dgm:cxnLst>
    <dgm:cxn modelId="conn1" type="parOf" srcId="Start" destId="Planning"/>
    <dgm:cxn modelId="conn2" type="parOf" srcId="Planning" destId="Execution"/>
  </dgm:cxnLst>
</dgm:dataModel>
</file>

<file path=ppt/diagrams/data4.xml><?xml version="1.0" encoding="utf-8"?>
<dgm:dataModel xmlns:dgm="http://schemas.openxmlformats.org/drawingml/2006/diagram">
  <dgm:ptLst>
    <dgm:pt modelId="Comparison Topic" type="node"/>
    <dgm:pt modelId="Option A: Traditional" type="node"/>
    <dgm:pt modelId="A: Feature 1" type="node"/>
    <dgm:pt modelId="Option B: Modern" type="node"/>
    <dgm:pt modelId="B: Feature 1" type="node"/>
  </dgm:ptLst>
  <dgm:cxnLst>
    <dgm:cxn modelId="conn1" type="parOf" srcId="Comparison Topic" destId="Option A: Traditional"/>
    <dgm:cxn modelId="conn2" type="parOf" srcId="Comparison Topic" destId="Option B: Modern"/>
    <dgm:cxn modelId="conn3" type="parOf" srcId="Option A: Traditional" destId="A: Feature 1"/>
    <dgm:cxn modelId="conn4" type="parOf" srcId="Option B: Modern" destId="B: Feature 1"/>
  </dgm:cxnLst>
</dgm:dataModel>
</file>

<file path=ppt/diagrams/layout1.xml><?xml version="1.0" encoding="utf-8"?>
<dgm:layoutDef xmlns:dgm="http://schemas.openxmlformats.org/drawingml/2006/diagram"/>
</file>

<file path=ppt/diagrams/layout2.xml><?xml version="1.0" encoding="utf-8"?>
<dgm:layoutDef xmlns:dgm="http://schemas.openxmlformats.org/drawingml/2006/diagram"/>
</file>

<file path=ppt/diagrams/layout3.xml><?xml version="1.0" encoding="utf-8"?>
<dgm:layoutDef xmlns:dgm="http://schemas.openxmlformats.org/drawingml/2006/diagram"/>
</file>

<file path=ppt/diagrams/layout4.xml><?xml version="1.0" encoding="utf-8"?>
<dgm:layoutDef xmlns:dgm="http://schemas.openxmlformats.org/drawingml/2006/diagram"/>
</file>

<file path=ppt/diagrams/quickStyle1.xml><?xml version="1.0" encoding="utf-8"?>
<dgm:styleDef xmlns:dgm="http://schemas.openxmlformats.org/drawingml/2006/diagram"/>
</file>

<file path=ppt/diagrams/quickStyle2.xml><?xml version="1.0" encoding="utf-8"?>
<dgm:styleDef xmlns:dgm="http://schemas.openxmlformats.org/drawingml/2006/diagram"/>
</file>

<file path=ppt/diagrams/quickStyle3.xml><?xml version="1.0" encoding="utf-8"?>
<dgm:styleDef xmlns:dgm="http://schemas.openxmlformats.org/drawingml/2006/diagram"/>
</file>

<file path=ppt/diagrams/quickStyle4.xml><?xml version="1.0" encoding="utf-8"?>
<dgm:styleDef xmlns:dgm="http://schemas.openxmlformats.org/drawingml/2006/diagram"/>
</file>

<file path=ppt/slides/_rels/slide1.xml.rels><?xml version="1.0" encoding="UTF-8"?>
<Relationships xmlns="http://schemas.openxmlformats.org/package/2006/relationships">
  <Relationship Id="rId1" Type="http://schemas.openxmlformats.org/officeDocument/2006/relationships/diagramData" Target="/ppt/diagrams/data1.xml"></Relationship>
  <Relationship Id="rId2" Type="http://schemas.openxmlformats.org/officeDocument/2006/relationships/diagramLayout" Target="/ppt/diagrams/layout1.xml"></Relationship>
  <Relationship Id="rId3" Type="http://schemas.openxmlformats.org/officeDocument/2006/relationships/diagramStyle" Target="/ppt/diagrams/quickStyle1.xml"></Relationship>
  <Relationship Id="rId4" Type="http://schemas.openxmlformats.org/officeDocument/2006/relationships/diagramColors" Target="/ppt/diagrams/colors1.xml"></Relationship>
</Relationships>
</file>

<file path=ppt/slides/_rels/slide2.xml.rels><?xml version="1.0" encoding="UTF-8"?>
<Relationships xmlns="http://schemas.openxmlformats.org/package/2006/relationships">
  <Relationship Id="rId1" Type="http://schemas.openxmlformats.org/officeDocument/2006/relationships/diagramData" Target="/ppt/diagrams/data2.xml"></Relationship>
  <Relationship Id="rId2" Type="http://schemas.openxmlformats.org/officeDocument/2006/relationships/diagramLayout" Target="/ppt/diagrams/layout2.xml"></Relationship>
  <Relationship Id="rId3" Type="http://schemas.openxmlformats.org/officeDocument/2006/relationships/diagramStyle" Target="/ppt/diagrams/quickStyle2.xml"></Relationship>
  <Relationship Id="rId4" Type="http://schemas.openxmlformats.org/officeDocument/2006/relationships/diagramColors" Target="/ppt/diagrams/colors2.xml"></Relationship>
</Relationships>
</file>

<file path=ppt/slides/_rels/slide3.xml.rels><?xml version="1.0" encoding="UTF-8"?>
<Relationships xmlns="http://schemas.openxmlformats.org/package/2006/relationships">
  <Relationship Id="rId1" Type="http://schemas.openxmlformats.org/officeDocument/2006/relationships/diagramData" Target="/ppt/diagrams/data3.xml"></Relationship>
  <Relationship Id="rId2" Type="http://schemas.openxmlformats.org/officeDocument/2006/relationships/diagramLayout" Target="/ppt/diagrams/layout3.xml"></Relationship>
  <Relationship Id="rId3" Type="http://schemas.openxmlformats.org/officeDocument/2006/relationships/diagramStyle" Target="/ppt/diagrams/quickStyle3.xml"></Relationship>
  <Relationship Id="rId4" Type="http://schemas.openxmlformats.org/officeDocument/2006/relationships/diagramColors" Target="/ppt/diagrams/colors3.xml"></Relationship>
</Relationships>
</file>

<file path=ppt/slides/_rels/slide4.xml.rels><?xml version="1.0" encoding="UTF-8"?>
<Relationships xmlns="http://schemas.openxmlformats.org/package/2006/relationships">
  <Relationship Id="rId1" Type="http://schemas.openxmlformats.org/officeDocument/2006/relationships/diagramData" Target="/ppt/diagrams/data4.xml"></Relationship>
  <Relationship Id="rId2" Type="http://schemas.openxmlformats.org/officeDocument/2006/relationships/diagramLayout" Target="/ppt/diagrams/layout4.xml"></Relationship>
  <Relationship Id="rId3" Type="http://schemas.openxmlformats.org/officeDocument/2006/relationships/diagramStyle" Target="/ppt/diagrams/quickStyle4.xml"></Relationship>
  <Relationship Id="rId4" Type="http://schemas.openxmlformats.org/officeDocument/2006/relationships/diagramColors" Target="/ppt/diagrams/colors4.xml"></Relationship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