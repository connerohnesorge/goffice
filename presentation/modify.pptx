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theme/theme70.xml" ContentType="application/vnd.openxmlformats-officedocument.theme+xml"/>
  <Override PartName="/ppt/slides/slide111.xml" ContentType="application/vnd.openxmlformats-officedocument.presentationml.slide+xml"/>
  <Override PartName="/ppt/presentation.xml" ContentType="application/vnd.openxmlformats-officedocument.presentationml.presentation.main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/ppt/presentation.xml"></Relationship>
</Relationships>
</file>

<file path=ppt/presentation.xml><?xml version="1.0" encoding="utf-8"?>
<p:presentation xmlns:p="http://schemas.openxmlformats.org/presentationml/2006/main">
  <p:sldMasterIdLst/>
  <p:sldIdLst>
    <p:sldId xmlns:r="http://schemas.openxmlformats.org/officeDocument/2006/relationships" id="366" r:id="rId2"/>
  </p:sldIdLst>
  <p:sldSz cx="9144000" cy="6858000" type="screen4x3"/>
  <p:notesSz cx="6858000" cy="9144000"/>
</p:presentation>
</file>

<file path=ppt/_rels/presentation.xml.rels><?xml version="1.0" encoding="UTF-8"?>
<Relationships xmlns="http://schemas.openxmlformats.org/package/2006/relationships">
  <Relationship Id="rId1" Type="http://schemas.openxmlformats.org/officeDocument/2006/relationships/theme" Target="/ppt/theme/theme70.xml"></Relationship>
  <Relationship Id="rId2" Type="http://schemas.openxmlformats.org/officeDocument/2006/relationships/slide" Target="/ppt/slides/slide111.xml"></Relationship>
</Relationships>
</file>

<file path=ppt/slides/slide111.xml><?xml version="1.0" encoding="utf-8"?>
<p:sld xmlns:p="http://schemas.openxmlformats.org/presentationml/2006/main" xmlns:a="http://schemas.openxmlformats.org/drawingml/2006/main" xmlns:r="http://schemas.openxmlformats.org/officeDocument/2006/relationships" xmlns:c="http://schemas.openxmlformats.org/drawingml/2006/chart">
  <p:cSld>
    <p:spTree>
      <p:nvGrpSpPr>
        <p:cNvPr id="1" name=""/>
        <p:cNvGrpSpPr/>
        <p:nvPr/>
      </p:nvGrpSpPr>
      <p:grpSpPr/>
    </p:spTree>
  </p:cSld>
</p:sld>
</file>

<file path=ppt/theme/theme7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