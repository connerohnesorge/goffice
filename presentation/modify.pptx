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94.xml" ContentType="application/vnd.openxmlformats-officedocument.theme+xml"/>
  <Override PartName="/ppt/slides/slide135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390" r:id="rId2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theme" Target="/ppt/theme/theme94.xml"></Relationship>
  <Relationship Id="rId2" Type="http://schemas.openxmlformats.org/officeDocument/2006/relationships/slide" Target="/ppt/slides/slide135.xml"></Relationship>
</Relationships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</p:spTree>
  </p:cSld>
</p:sld>
</file>

<file path=ppt/theme/theme9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