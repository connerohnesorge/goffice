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s/slide11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366" r:id="rId1"/>
  </p:sldIdLst>
  <p:sldSz cx="9144000" cy="6858000" type="screen4x3"/>
  <p:notesSz cx="6858000" cy="9144000"/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/ppt/slides/slide111.xml"></Relationship>
</Relationships>
</file>

<file path=ppt/slides/slide111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</p:spTree>
  </p:cSld>
</p:sld>
</file>