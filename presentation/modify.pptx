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s/slide11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366" r:id="rId1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111.xml"></Relationship>
</Relationships>
</file>

<file path=ppt/slides/slide1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</p:spTree>
  </p:cSld>
</p:sld>
</file>