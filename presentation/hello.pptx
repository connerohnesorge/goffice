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9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/ppt/slides/slide91.xml"></Relationship>
</Relationships>
</file>

<file path=ppt/slides/slide91.xml>
</file>